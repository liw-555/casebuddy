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东方财富：从流量王者到生态巨头的破局之路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基于SWOT分析与战略重构的深度案例研究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核心摘要：千亿市值背后的成功逻辑与潜在危机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成功路径：从2005年财经门户起步，2015年收购同信证券转型互联网券商，构建“内容+交易+交流”闭环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业务基石：证券经纪、基金代销、资管“三驾马车”驱动，2020年逆势增长，市值突破千亿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当前挑战：过度依赖散户导致业绩高波动，内容同质化严重，面临阿里腾讯跨界竞争及管理层固化问题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核心结论：需从“流量变现”向“财富管理+科技赋能”转型，构建抗周期的差异化护城河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关键里程碑：从资讯平台到全牌照金融生态的演进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2005-2013（流量积累期）：创办东方财富网，上线天天基金网，推出Choice数据终端，确立流量优势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2015-2018（牌照突破期）：收购西藏同信证券，获取证券、基金、期货等全行业牌照，完成身份转型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2019-2020（生态爆发期）：加大研发投入，构建互联网金融生态圈，2020年营收82亿（+74.7%），稳坐行业头把交椅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2021至今（组织变革期）：高管人事调整，试图解决管理层固化，应对内外部竞争加剧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核心决策复盘：奠定行业地位的四大关键战略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战略定位转型：从单一数据服务转向“股吧+天天基金”的流量聚合与变现模式，抓住长尾用户红利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果断收购牌照：在2015年股灾后的监管窗口期，收购同信证券，实现从“看”到“做”的关键跨越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全牌照布局：构建证券、基金、期货、公募全牌照矩阵，形成极高的行业准入壁垒和协同效应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科技生态投入：持续保持5%-8%的研发投入占比，自研Choice终端，以技术驱动用户体验优化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财务与运营透视：高增长背后的数据支撑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营收爆发：2020年营业总收入82亿元，同比增长74.69%，其中证券业务收入49亿元（+81.11%）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市值领先：2020年市值达1080亿元，远超同类互联网及传统券商，享受高估值溢价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研发驱动：2019年研发费用3.05亿元（2011年的6倍），研发人员1726人，技术底座日益坚实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业务结构：证券经纪、基金代销、资管“三驾马车”协同，形成“内容+交易+交流”的商业闭环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SWOT分析：优势与劣势的内部博弈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优势 (Strengths)：1. 强大流量入口与高粘性用户（股吧/天天基金）；2. 稀缺的全牌照金融资质；3. 互联网低成本运营优势；4. 业务协同效应显著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劣势 (Weaknesses)：1. 过度依赖散户，业绩波动大；2. 内容与服务同质化，缺乏品牌差异化；3. 管理层结构固化，创新活力不足；4. 财富管理处于初级阶段，机构服务能力弱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SWOT分析：机会与威胁的外部环境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机会 (Opportunities)：1. 居民财富转移至金融资产，理财意识觉醒；2. 金融科技（AI/大数据）深化应用；3. 传统券商数字化转型滞后；4. 巨头收购牌照受阻带来的窗口期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威胁 (Threats)：1. 蚂蚁金服、腾讯等互联网巨头跨界竞争；2. 传统头部券商线上化反击；3. 监管政策收紧与合规成本上升；4. 费率下行与获客成本上升的双重挤压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深度洞察：被忽略的三大视角与潜在风险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8534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"视角一：监管套利是核心护城河。东财成功源于精准捕捉监管时间窗口，若政策转向，扩张逻辑将受根本挑战"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视角二：“散户依赖症”的双刃剑。散户高波动性导致业绩强周期性，熊市时流量与收入双杀，抗风险能力弱于机构型券商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视角三：社交资本的合规陷阱。股吧UGC内容易引发信息失真与违规荐股，若无法转化为专业信任，社交资产将变为法律风险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跨行业类比与颠覆性假设：未来的不确定性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类比一：亚马逊飞轮效应。东财“免费资讯-交易变现-数据优化”闭环类似亚马逊，但金融服务强监管且非标准化，飞轮重启成本高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类比二：电信运营商管道化危机。若AI投顾或DeFi兴起，东财可能沦为纯通道，失去对投资决策的控制力，利润率被压缩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颠覆性假设：AI大模型重构“股吧”。若AI助手能提供更专业、实时的分析，股吧作为低成本获客渠道的价值可能归零，估值逻辑将从互联网平台回归传统券商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TOWS矩阵：战略组合与行动方向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SO战略（增长型）：深化一站式金融生态圈，利用全牌照和流量优势，结合居民理财需求，扩大财富管理收入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ST战略（防御型）：构建差异化壁垒，以低成本和全牌照组合抵御巨头竞争；建立合规领先体系，将合规转化为品牌信任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WO战略（改进型）：拓展机构业务，利用金融科技降低对散户依赖；推进管理层年轻化，提升组织敏捷性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WT战略（收缩型）：打造独家UGC社区内容，避免同质化价格战；多元化收入结构，平滑市场波动风险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战略建议一：深化“财富管理”转型，优化客户结构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核心目标：从“交易通道”向“财富管理机构”彻底转型，降低对交易佣金的依赖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具体措施：1. 大力发展智能投顾，利用大数据精准画像，提供个性化资产配置建议；2. 针对高净值及机构用户，开发高端数据终端和定制化服务，改善客户结构；3. 加强天天基金与证券业务联动，引导散户通过基金定投进行长期投资，平滑短期波动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战略建议二：强化科技护城河，打造差异化内容生态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核心目标：避免同质化价格战，通过技术创新和社区运营构建独特品牌护城河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具体措施：1. 技术层面：重点突破AI在智能客服、风险预警中的应用，提升Choice终端专业性，使其成为专业投资者必备工具；2. 内容层面：深耕“股吧”社区，引入持牌分析师和KOL，从“散户聚集地”升级为“专业交流社区”，增强粘性；3. 组织层面：持续推进管理层年轻化、国际化，建立敏捷架构，快速响应市场变化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战略建议三：稳健应对监管，拓展多元化金融生态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核心目标：在合规前提下，利用牌照优势拓展业务边界，构建抗周期的业务组合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具体措施：1. 合规先行：建立高于行业标准的内控体系，将“合规”作为品牌核心竞争力，确保业务连续性；2. 生态拓展：探索保险代销、跨境金融、金融科技输出等新领域，打造“中国版嘉信理财”；3. 成本控制：利用互联网优势优化运营流程，在费率下行中保持合理利润率，通过技术手段降低获客成本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结语：在不确定性中寻找确定性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8534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"东方财富的成功是时代红利与战略决断的共同结果，但未来的竞争将从“流量争夺”转向“服务深度”与“科技效能”的较量"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唯有打破对散户路径的依赖，深化财富管理转型，并以合规为底线拥抱科技创新，方能穿越周期，实现从“互联网券商”到“综合金融服务平台”的终极跨越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东方财富：从流量王者到生态巨头的破局之路</dc:title>
  <dc:subject>PptxGenJS Presentation</dc:subject>
  <dc:creator>CaseBuddy</dc:creator>
  <cp:lastModifiedBy>CaseBuddy</cp:lastModifiedBy>
  <cp:revision>1</cp:revision>
  <dcterms:created xsi:type="dcterms:W3CDTF">2026-05-29T05:51:12Z</dcterms:created>
  <dcterms:modified xsi:type="dcterms:W3CDTF">2026-05-29T05:51:12Z</dcterms:modified>
</cp:coreProperties>
</file>