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京东众筹：生态赋能与行业重塑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基于SWOT分析与深度洞察的MBA案例研究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第一部分：执行摘要与核心结论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75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结论先行：京东众筹的成功并非单纯的资金撮合，而是“金融+科技+供应链”闭环生态的胜利。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关键成果：2015年末在关键指标上全面超越淘宝众筹，确立行业龙头地位。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核心驱动力：以“回归众筹本质”为战略，通过低门槛、高成功率及全流程服务赋能双创企业。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关键数据：京东众筹的爆发式增长与行业地位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行业背景：2015年全行业筹资额114.24亿，为2013年的30多倍。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平台表现：截至案例期，累计融资额超40亿元，扶持项目超1万个。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效率指标：项目成功率超90%，远超行业平均水平。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标杆案例：小牛电动N1筹资7202万（完成率1400%），M1筹资8176万，刷新纪录。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竞争态势：2015年末，成功项目数、金额、支持人数均居榜首，超越淘宝与苏宁。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第二部分：战略复盘与关键决策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75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本部分回顾京东众筹从0到1的关键时间节点与核心战略选择。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重点分析：切入时机、差异化定位、生态构建与标杆打造。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时间线与核心决策点：后发先至的战略逻辑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2014年7月上线：依托京东金融（2013年独立）的支付与风控基础，填补市场空白。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差异化定位：区别于淘宝的“预购”属性，定位为“产品+股权”众筹，聚焦3C数码高净值用户。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生态闭环构建：整合大数据、物流、供应链金融，提供从创意到上市的全流程扶持。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标杆效应：重点扶持小牛电动等案例，验证平台赋能能力，树立“众筹之王”口碑。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第三部分：SWOT深度诊断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75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基于案例事实，全面剖析京东众筹的内外部环境与竞争态势。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内部视角：优势与劣势分析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Strengths (优势):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供应链壁垒：独有的物流配送与供应链系统，实现高效交付与线下体验。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金融科技底座：大数据、AI风控及信用评估体系，降低金融风险。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精准用户群：3C数码领域稳定客户，与智能硬件众筹品类高度契合。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4. 全流程生态：数据支持+市场检验+资源整合+金融扶持的一站式服务。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Weaknesses (劣势):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起步较晚：晚于淘宝众筹，早期品牌认知度需追赶。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模式局限：本质偏“预售”，金融属性弱，法律地位模糊。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合规风险：股权众筹（京东东家）面临非法集资的潜在法律威胁。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4. 流量依赖：深度绑定主站，独立获客能力相对单一。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外部视角：机会与威胁分析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Opportunities (机会):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政策红利：“双创”政策支持小微企业融资与草根创新。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消费升级：用户愿意为个性化、高品质创新产品买单。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融资缺口：传统金融覆盖不足，众筹成为科技型初创企业的雪中送炭。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4. 价值延伸：从产品预售向品牌孵化、股权投资延伸，挖掘长期价值。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Threats (威胁):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激烈竞争：淘宝、苏宁及455家平台井喷，同质化竞争严重。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监管不确定性：互联网金融监管趋严，法律红线模糊。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信任危机：项目违约、欺诈事件频发，损害行业信誉。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4. 宏观波动：经济下行可能抑制非必需创新产品的消费意愿。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第四部分：TOWS矩阵与战略建议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75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基于SWOT分析，推导可执行的战略路径。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战略建议：构建护城河与拓展边界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深化生态闭环 (SO)：强化“创业加速器”角色，协同京东物流、云、金融，提供自动化仓储与低成本贷款，巩固行业第一。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强化合规信任 (ST/WO)：建立高于行业标准的合规流程，利用区块链确保资金透明，严格区分产品与股权众筹，构建信任壁垒。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拓展品类边界 (WO)：突破3C舒适区，引入外部服务商，拓展至生活美学、农业等领域，完善众创生态广度。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4. 品牌孵化升级 (SO/ST)：建立“京东众创学院”，帮助优质项目从“网红”转为“长销品牌”，打通进入主流货架的绿色通道。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第五部分：深度洞察与颠覆性思考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75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超越表面数据，挖掘京东众筹模式的本质与未来演变。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三个被忽略的视角：重新定义众筹价值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角色错位：从“金融中介”到“供应链验证器”。京东众筹不仅是融资，更是去库存风险的生产计划工具，将图纸转化为标准化商品。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数据金矿：从“单向销售”到“用户共创”。众筹是低成本的高精度市场调研实验室，数万人的真实购买行为指导产品迭代（如小牛N1到M1）。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排他性共生：从“流量导入”到“基础设施”。通过提高创业者的转换成本（接入物流、金融体系），锁定优质项目，形成极高的用户粘性。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跨行业类比：好莱坞制片厂与App Store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8534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"类比一：好莱坞制片厂制度"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启示：京东众筹像华纳兄弟，不仅提供资金，更提供剧本评估（大数据）、明星资源（品牌背书）和全球发行（物流渠道），提供工业化、标准化的成功路径。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类比二：苹果App Store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启示：京东众筹像App Store，通过“严选+背书+流量”，解决众筹市场的“信任赤字”，让小众创新产品迅速获得主流消费者信任。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颠覆性假设：众筹是C2M反向定制的终极形态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假设：众筹的本质不是融资，而是“预售驱动的C2M（消费者对企业）反向定制”。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推演：传统制造业是“生产-库存-销售”，京东众筹模式是“需求聚合-生产-交付”，实现零库存生产。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未来展望：京东众筹将演变为“分布式制造调度中心”，直接指挥上游工厂生产线排期。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结论：掌握比传统品牌商更强大的市场定义权，“众筹”一词将过时，取而代之的是“需求驱动型即时制造平台”。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批判性反思：三个关键质疑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幸存者偏差：90%的高成功率是否掩盖了真正高风险、高创新项目的生存困境？平台是否沦为高端品牌的预热渠道？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平台霸权风险：创业者过度依赖单一巨头，是否抑制了多元化创新？一旦平台规则调整，依附企业抗风险能力极弱。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合规边界模糊：游走于“预售”与“变相集资”的灰色地带，若法律明确界定，现有商业模式是否需彻底重构？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京东众筹：生态赋能与行业重塑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基于SWOT分析与深度洞察的MBA案例研究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京东众筹：生态赋能与行业重塑</dc:title>
  <dc:subject>PptxGenJS Presentation</dc:subject>
  <dc:creator>CaseBuddy</dc:creator>
  <cp:lastModifiedBy>CaseBuddy</cp:lastModifiedBy>
  <cp:revision>1</cp:revision>
  <dcterms:created xsi:type="dcterms:W3CDTF">2026-05-23T07:13:22Z</dcterms:created>
  <dcterms:modified xsi:type="dcterms:W3CDTF">2026-05-23T07:13:22Z</dcterms:modified>
</cp:coreProperties>
</file>