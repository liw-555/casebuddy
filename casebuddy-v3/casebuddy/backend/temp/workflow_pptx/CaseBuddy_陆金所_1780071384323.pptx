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陆金所：从P2P巨头到金融科技平台的战略转型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基于麦肯锡金字塔原理的深度案例分析与战略洞察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执行摘要：结论先行，陆金所成功实现“去P2P化”华丽转身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核心结论：陆金所通过果断退出P2P业务，转型为“小微信贷+财富管理”双轮驱动的金融科技平台，成功在纽交所上市。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转型逻辑：从“资金中介（赚取利差）”转向“数据中介（赚取技术服务费）”，本质是商业模式的根本重构。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关键成果：2020年10月IPO募资23.6亿美元；累计借款人数达1340万；财富管理活跃投资者1280万。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战略启示：差异化定位（避开巨头长尾市场）与生态赋能（依托平安集团）是其穿越周期的核心护城河。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发展历程：从P2P风向标到金融科技新贵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2011-2016（爆发期）：依托平安集团成立，推出“稳盈-安e”，凭借第三方担保确立高信誉，但面临净亏损。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2018（寒冬期）：监管政策趋严，P2P行业整顿，陆金所营收萎缩，IPO受阻，面临生存危机。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2019（转型期）：7月正式宣布退出P2P业务，确立“金融科技”战略定位，聚焦合规与创新。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2020（上市期）：10月30日纽交所挂牌，发行价13.5美元/ADS，标志着转型获得资本市场认可。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核心决策：差异化定位与生态赋能的双轮驱动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左列：差异化市场定位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避开互联网巨头（阿里/腾讯）主导的长尾小额、高频市场。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C端聚焦“高净值”：75%财富管理客户投资额超30万元，提供专业化资产配置。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B端聚焦“高额度”：服务中小微企业，利用平安企业数据优势提供经营性贷款。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右列：平安生态深度赋能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流量支持：2020H1平安生态贡献近40%零售助贷业务流量，降低获客成本。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数据支撑：依托平安1000万家企业数据及海量用户行为，解决信息不对称。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品牌背书：利用平安“综合金融”品牌信誉，建立中产及高净值人群的信任壁垒。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关键数据：转型成效与业务规模验证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资本表现：IPO募资23.6亿美元，发行价13.5美元/ADS。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信贷规模：累计借款人数从750万(2017)增至1340万(2020H1)；借贷余额从2884亿增至5194亿元。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财富规模：累计注册用户从3380万增至4470万；活跃投资者从960万增至1280万。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客户质量：88%用户使用综合账户功能，显示高粘性与多产品交叉销售能力。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早期对比：早期P2P产品年化收益8.4%，100%兑付预期收益，奠定品牌基础。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SWOT分析：优势与劣势的内生博弈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优势 (Strengths)：强大的平安股东背景与全牌照资源；卓越的风控能力与100%兑付信誉；差异化的“高净值+高额度”市场定位。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劣势 (Weaknesses)：对母公司生态依赖度高，独立获客能力弱；历史P2P包袱带来的合规整改成本；小微信贷面临的潜在信用风险。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机会 (Opportunities)：普惠金融政策支持；中产阶级财富增长需求；传统金融机构数字化转型带来的B端赋能机会。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威胁 (Threats)：监管政策持续趋严（数据安全、个人信息保护）；互联网巨头的流量挤压；宏观经济波动导致的坏账风险。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TOWS矩阵：战略组合与行动路径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左列：增长与扭转战略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SO战略（生态协同）：利用平安数据深化小微信贷与财富管理，巩固差异化地位。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WO战略（品牌独立）：利用IPO资金加大独立品牌营销，降低对平安流量依赖，提升C端直接获客。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右列：防御与多种经营战略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ST战略（合规领先）：建立行业领先合规体系，将合规转化为竞争壁垒，抵御监管风险。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WT战略（风险隔离）：严格控制信贷资产质量，建立动态预警机制，剥离高风险资产，确保生存。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深度洞察一：被忽略的“数据资产化”本质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表象：陆金所强调“科技属性，淡化金融基因”。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本质：商业模式从“资金中介”转变为“数据中介”。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核心能力：出售“信用评估能力”和“获客效率”，而非仅仅放贷。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价值重构：利用平安积累的1000万家企业数据，解决传统金融最大的痛点——信息不对称，实现从利差收入向技术服务费的转型。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深度洞察二：逆向定位与隐性基础设施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逆向定位：避开巨头在长尾市场的红海，深耕“中产阶级+高净值”与“中小微实体企业”。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护城河：利用平安的品牌背书（Trust）和线下团队（Service），构建纯互联网平台难以复制的信任壁垒。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隐性基础设施：陆金所并非独立作战，而是平安集团的“科技出口”和“流量变现终端”。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双循环机制：“内部输血”（平安数据/流量）+“外部造血”（市场化服务），赋予其比独立P2P平台更强的抗风险能力。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跨行业类比：理解转型的底层逻辑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左列：房地产行业的“去杠杆与存量运营”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类比：从“高周转、高杠杆”开发转向“物业管理、城市服务”。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映射：P2P如同高杠杆开发（风险高、政策限）；消费金融/财富管理如同存量运营（现金流稳、符合监管）。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右列：传统零售向“体验式购物中心”转型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类比：从卖标准化商品（借贷）转向卖场景与服务（综合金融方案）。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映射：不再只卖单一贷款，而是通过APP、顾问、多元产品组合提供“金融生活体验”，提升单客价值（ARPU）。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颠覆性假设：估值逻辑的重构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8534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"假设：陆金所未来估值将脱离“金融科技平台”，接近“SaaS服务商”或“数据交易所”。"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8534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推演：若风控模型、获客算法完全标准化并大规模输出给中小银行（2F2B），收入结构将转为“技术授权费+交易手续费”。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颠覆点：不再承担主要信用风险（Risk-bearing），成为纯粹的风险管理技术服务商。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影响：市盈率（PE）可能从金融股（10-15倍）跃升至科技/SaaS股（30-50倍+），因收入可预测性增强且边际成本递减。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三大质疑与风险警示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质疑1：轻资产转型的真实性。助贷模式下，陆金所是否真正转移了风险？穿透式监管是否会迫使其重新承担隐性担保责任？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质疑2：高净值客户获取成本。缺乏天然流量入口，仅靠平安导流（40%）能否支撑持续增长？独立获客效率是否会被巨头挤压？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质疑3：地缘政治风险。作为中概股，中美审计监管摩擦及数据出境合规成本，是否被低估？国际扩张战略的可行性存疑。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战略建议：构建可持续的竞争优势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1. 深化B端赋能：强化“2F2B”战略，成为中小金融机构的“科技基础设施提供商”，获取稳定技术服务收入，降低利差依赖。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2. 坚守差异化：避免价格战，深耕高净值财富管理与高额度小微信贷，利用品牌信誉构建信任壁垒。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3. 极致合规：建立超越监管要求的内部风控标准（数据安全、隐私保护），将合规转化为行业准入壁垒。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4. 提升独立获客：加大内容营销与自有APP体验投入，建立私域流量池，降低对平安生态的路径依赖。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5. 审慎国际化：关注地缘政治，考虑在东南亚等新兴市场试点，或通过并购获取海外牌照，分散单一市场风险。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陆金所：从P2P巨头到金融科技平台的战略转型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基于麦肯锡金字塔原理的深度案例分析与战略洞察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陆金所：从P2P巨头到金融科技平台的战略转型</dc:title>
  <dc:subject>PptxGenJS Presentation</dc:subject>
  <dc:creator>CaseBuddy</dc:creator>
  <cp:lastModifiedBy>CaseBuddy</cp:lastModifiedBy>
  <cp:revision>1</cp:revision>
  <dcterms:created xsi:type="dcterms:W3CDTF">2026-05-29T16:16:24Z</dcterms:created>
  <dcterms:modified xsi:type="dcterms:W3CDTF">2026-05-29T16:16:24Z</dcterms:modified>
</cp:coreProperties>
</file>