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975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百度进军科技金融：从流量变现到技术赋能的战略转型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975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基于麦肯锡金字塔原理的深度案例分析与战略洞察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核心摘要：百度金融的战略转身与核心结论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战略背景：2013-2015年，百度通过获取支付牌照及成立FSG，试图构建全业务金融版图，但面临阿里、腾讯在场景和流量上的先发优势劣势。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战略转折：2017年，百度确立向“金融科技公司”转型，放弃单纯争夺C端市场份额，转而依托AI、大数据和云计算技术壁垒，聚焦B端赋能与差异化C端服务。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核心结论：百度金融的成功关键在于从“流量变现”转向“数据资产化”与“技术输出”，通过B2B2C模式实现弯道超车，而非在红海中进行同质化竞争。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关键事件时间线：从支付入口到生态构建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2013年：百付宝获第三方支付牌照，正式进军互联网金融，建立流量变现入口。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2015年11月：联合中信银行设立百信银行（国内首家直销银行），补齐银行牌照短板。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2015年11月：联合安联保险成立百安保险，布局互联网保险领域。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2015年12月：金融服务事业群组（FSG）正式成立，集成百度金融力量。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2017年初：李彦宏内部信明确“科技金融”定位，聚焦AI、大数据风控及智能投顾，完成战略重心转移。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核心决策点：差异化竞争与技术驱动转型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决策一：战略切入与牌照获取。通过百付宝建立入口，弥补非金融业务短板，但初期缺乏自主银行牌照。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决策二：生态合作与借力策略。采取“互联网+传统金融”合资模式（如百信银行），快速补齐合规牌照，降低试错成本。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决策三：差异化定位调整。意识到在支付/理财领域落后于巨头后，果断从“场景覆盖”转向“技术驱动”，确立“金融科技公司”身份。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决策四：技术壁垒构建。将竞争焦点从流量转向技术，深耕身份识别、大数据风控、智能投顾等高门槛领域。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SWOT分析：优势、劣势、机会与威胁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优势 (S)：强大的AI核心技术（语音/图像识别准确率97%）；海量大数据与10万+用户标签；搜索引擎巨大流量入口；云计算基础设施。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劣势 (W)：金融布局起步晚，市场份额落后；缺乏独立银行牌照初期自主权受限；账户体系互通性弱于阿里/腾讯；征信牌照滞后。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机会 (O)：政策鼓励互联网金融健康发展；行业从“场景为王”转向“技术驱动”；普惠金融长尾需求爆发；传统金融机构数字化转型需求。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威胁 (T)：阿里/腾讯巨头垄断与生态壁垒；监管政策趋严与合规风险；传统银行科技能力提升；数据隐私与安全风险。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TOWS矩阵：战略组合与行动路径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SO战略（增长型）：利用AI/大数据优势，开发针对长尾用户的普惠金融产品；向传统金融机构输出B端技术解决方案（金融云、智能风控）。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WO战略（扭转型）：深化与持牌机构合作（百信/百安）补齐牌照短板；避开红海，聚焦智能投顾与企业级服务，建立差异化壁垒。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ST战略（多种经营）：利用生物识别技术构建安全信任品牌；打通内部产品生态，提高用户转换成本；建立自动化合规监控系统。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WT战略（防御型）：收缩非核心C端业务，集中资源投入底层技术研发；强化数据隐私保护，规避监管风险；寻求垂直领域联盟。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深度洞察：三个被忽略的视角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8534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"视角一：数据本质差异。搜索数据反映“意图”，交易数据反映“信用”。百度试图用“意图数据”推导“信用数据”，存在天然逻辑断层，导致早期风控精度不足。"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853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视角二：控制权让渡风险。百信银行模式中，风控与资金由中信主导，百度仅提供流量与技术。这种互补合作限制了百度打造独立金融生态闭环的能力。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视角三：技术护城河的滞后性。金融科技竞争焦点已从“前端交互”转向“后端算法与场景嵌入”。缺乏高频刚需场景（如电商/社交），先进技术易成“空中楼阁”。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跨行业类比：重新定义百度金融的角色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类比一：汽车行业的“发动机供应商” vs “整车制造商”。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解析：阿里/腾讯如同丰田/特斯拉，拥有全闭环生态（整车制造），直接触达消费者。百度更像博世，拥有强大零部件技术（AI/大数据），但作为供应商输出给传统机构，缺乏最终产品定义权。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类比二：零售业的“百货商场” vs “垂直专卖店”。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解析：百度试图打造全品类金融百货，但缺乏单一爆品引流。蚂蚁/腾讯从支付（垂直专卖店）起家，依托流量溢出自然延伸。百度资源分散，用户心智模糊。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颠覆性假设与质疑：战略反思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097280" y="1371600"/>
            <a:ext cx="8534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"假设：若百度放弃自建通用支付工具，将支付能力API化嵌入“搜索-决策-交易”闭环（如搜餐厅直接支付），是否能成为最大的“场景金融”巨头？"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97280" y="3657600"/>
            <a:ext cx="8534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质疑一：技术能否弥补场景缺失？搜索场景非交易场景，仅凭搜索行为授信，坏账率控制与获客成本是否优于拥有真实交易数据的竞品？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质疑二：“科技金融”是主动聚焦还是被动退守？若退守B端，市场规模天花板与用户影响力将发生根本变化，是否意味着C端战略的失败？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战略建议一：坚持“技术驱动”，实施B2B2C战略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核心定位：不做单纯的C端资金池竞争者，做“金融科技的赋能者”。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具体行动：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大力推广百度金融云，向中小银行、保险、券商输出智能客服、远程开户、大数据风控等标准化模块。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通过帮助传统金融机构降本增效，间接获取业务份额，实现弯道超车。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利用技术优势建立行业标准的远程身份认证体系，解决金融脱媒中的信任痛点。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战略建议二：深化“场景+金融”，打造差异化C端体验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核心逻辑：利用LBS、内容搜索和生活服务场景，避免通用型产品红海竞争。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具体行动：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推广“碎片化保险”：嵌入百度地图、外卖等高频场景，推出外卖延误险、打车险等，实现“无感投保”。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优化智能投顾：利用搜索行为数据精准捕捉兴趣变化，提供比传统银行更个性化、及时的资产配置建议。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强化生态整合：加速百度钱包与爱奇艺、糯米等内部产品的账户体系打通，提升用户粘性与资金留存。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战略建议三：强化合规风控，构建信任壁垒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核心逻辑：在监管趋严背景下，将合规与安全转化为核心竞争力。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具体行动：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1. 建立最高级别的数据安全标准，通过透明化隐私政策重建用户信任，规避法律风险。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2. 利用生物识别技术（活体、声纹）构建行业领先的安全防线，对抗用户对互联网金融的安全担忧。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3. 积极申请或合作获取征信牌照，完善从流量获取到信用评估再到资金服务的全链条闭环。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总结与展望：从互联网金融到科技金融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0" cy="274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回顾：百度金融经历了从“流量变现”到“技术赋能”的战略迭代，虽起步较晚，但凭借技术壁垒找到了差异化生存空间。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关键成功因素：坚持B2B2C模式，深耕AI与大数据应用，规避巨头正面交锋，聚焦细分场景与技术服务。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未来展望：持续投入机器学习、区块链等前沿技术，保持技术领先性；在合规前提下，探索更多“无感金融”场景，实现技术与业务的深度融合。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0" y="63779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百度进军科技金融：从流量变现到技术赋能的战略转型</dc:title>
  <dc:subject>PptxGenJS Presentation</dc:subject>
  <dc:creator>CaseBuddy</dc:creator>
  <cp:lastModifiedBy>CaseBuddy</cp:lastModifiedBy>
  <cp:revision>1</cp:revision>
  <dcterms:created xsi:type="dcterms:W3CDTF">2026-05-29T11:27:21Z</dcterms:created>
  <dcterms:modified xsi:type="dcterms:W3CDTF">2026-05-29T11:27:21Z</dcterms:modified>
</cp:coreProperties>
</file>